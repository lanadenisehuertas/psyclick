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PsyClick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Clinical decision support for single-session psychomotor disturbances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EWMA-based multivariate analysis of keystroke and cursor dynamics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CS0029 Information Assurance and Security |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Background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Mental-health assessment can miss distress because of concealment, recall bias, stigma, and delayed help-seeking.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PsyClick supplies objective behavioral evidence while keeping professional judgment central.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Security is essential because telemetry may function as behavioral biometric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Local-first, non-diagnostic desktop workflow.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10–15 minute session: login → intake/consent → calibration → tasks → analytics → dashboard/report.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Data minimization, pseudonymous identifiers, and clinician-facing rationale.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Hardware abstraction and high-resolution telemetry.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Within-session EWMA personal baseline.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Hotelling’s T², PSI/PAI contribution analysis, fuzzy classification.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Information-assurance controls and security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1. Authenticate clinician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2. Create/select pseudonymous client and record consent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3. Calibrate keyboard and mouse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4. Administer PHQ-9/GAD-7 and emotional tasks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5. Review report, export only when authorized, audit and logout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 Flow and ERD</a:t>
            </a:r>
          </a:p>
        </p:txBody>
      </p:sp>
      <p:pic>
        <p:nvPicPr>
          <p:cNvPr id="3" name="Picture 2" descr="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Database Model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Network Architecture</a:t>
            </a:r>
          </a:p>
        </p:txBody>
      </p:sp>
      <p:pic>
        <p:nvPicPr>
          <p:cNvPr id="3" name="Picture 2" descr="network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Analytical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HAL normalization → sliding-window features → EWMA baseline.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Eight biomarkers: flight time, dwell time, typing velocity, error rate, path entropy, cursor velocity, jerk, pause frequency.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Hotelling’s T² → Feature Contribution Analysis → PSI/PAI → fuzzy logic → Green/Amber/Red.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Threat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Assets: identity, consent, telemetry, derived features, reports, credentials, keys, audit records, clinical trust.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Actors: local insiders, compromised accounts, malware, accidental actors, supply-chain attackers.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STRIDE: spoofing, tampering, repudiation, information disclosure, denial of service, elevation of privilege.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Implemented: authenticated hashed, expiring sessions with revocation; RBAC (admin/clinician/auditor); server-side fail-closed consent gate; DPAPI-encrypted backups; hash-chained audit integrity.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Prototype topology: loopback Flask API (127.0.0.1:5101), local SQLite, parameterized queries, Electron isolation, restricted CORS.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Residual items tracked in the risk register: MFA and field-level database encryption remain documented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Authentication and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Implemented: scrypt password hashing with a 12-character policy; hashed, expiring bearer sessions with revocation.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Account lockout after 5 failed attempts / 15 minutes; threshold-based intrusion monitor throttles brute-force and credential-stuffing sources and logs security events.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Backend RBAC via require_roles (admin/clinician/auditor) with ownership-scoped queries; negative-path tests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 Protection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Implemented: local-only processing, pseudonymous client identifiers, no storage of full response text.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DPAPI-encrypted backups with SHA-256 integrity and isolated-directory restore validation; secrets removed from tracked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Residual: the live SQLite database is not yet field-level encrypted (tracked risk R-06); a deterministic blind-index scheme is proposed.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16-item register scored Likelihood x Impact, inherent vs. residual. Former Critical items (plaintext passwords, unauthenticated API, unauthorized record access) are now mitigated to Low/Medium residual.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Remaining Medium residual: brute-force exposure (mitigated by lockout + intrusion monitor), vulnerable build-toolchain devDependencies, and absent MFA / field-level DB encryption.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Treatment: implemented controls verified in code and tests; residual risks accepted with documented recommendations. See standalone Risk Assessment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Security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Regression suite: 10 security tests - 9 pass on any platform; the Windows DPAPI backup-encryption test additionally passes on the Windows target.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SAST (bandit, 10 modules): 0 High, 13 Medium (B608 reviewed as false positives - parameterized binds), 15 Low. SCA (npm audit): 16 to 8 advisories, all confined to devDependencies.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Conceptual / simulated penetration testing across 10 scenarios (password guessing, session/consent/RBAC bypass, audit tampering, brute-force). See standalone Security Testing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Thesis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105 normative adult participants and 15 clinical sessions.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Overall ISO/IEC 25010 mean: 4.54/5.00.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Security evaluation mean: 4.64/5.00; Reliability: 4.67/5.00.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Cohen’s κ = 0.466, Moderate Agreement.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Incident Response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Preparation → identification → containment → eradication → recovery → post-incident review.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Proposed RPO: 24 hours; proposed RTO: 4 hours for a workstation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Encrypted backups, hash verification, isolated restore, administrator and clinical-owner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Conclusions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PsyClick is a functional, explainable research prototype and behavioral signal amplifier, now hardened with the CS0029 security controls implemented in code.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The mandatory controls - authentication, RBAC, data protection, audit, backup/recovery, and monitoring - are implemented and tested; residual items are documented, not blocking.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Before clinical production: add MFA and field-level DB encryption, and complete external evidence - independent install, live restore drill, and authorized dynamic penetration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Login and re-authentication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Consent-gated intake and calibration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Core assessment and dashboard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Report export and audit review</a:t>
            </a:r>
          </a:p>
          <a:p>
            <a:pPr>
              <a:spcAft>
                <a:spcPts val="1200"/>
              </a:spcAft>
              <a:defRPr sz="1600">
                <a:solidFill>
                  <a:srgbClr val="283846"/>
                </a:solidFill>
              </a:defRPr>
            </a:pPr>
            <a:r>
              <a:t>Backup verification / recovery procedure (synthetic data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Thank you.</a:t>
            </a:r>
          </a:p>
          <a:p>
            <a:pPr>
              <a:spcAft>
                <a:spcPts val="1200"/>
              </a:spcAft>
              <a:defRPr sz="2000">
                <a:solidFill>
                  <a:srgbClr val="283846"/>
                </a:solidFill>
              </a:defRPr>
            </a:pPr>
            <a:r>
              <a:t>PsyClick remains non-diagnostic and subject to professional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87"/>
                </a:solidFill>
              </a:defRPr>
            </a:pPr>
            <a:r>
              <a:t>PsyClick | CS0029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